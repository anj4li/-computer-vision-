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59" r:id="rId13"/>
    <p:sldId id="260" r:id="rId14"/>
    <p:sldId id="261" r:id="rId15"/>
    <p:sldId id="262" r:id="rId16"/>
    <p:sldId id="263" r:id="rId17"/>
    <p:sldId id="26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1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5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7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8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1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8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8907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93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0242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0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5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7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5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Image &amp; Low-Level Processing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2023D5-AA0B-AEF6-4B4C-8657AC5AD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13F6EA-1CFF-5E70-15AC-EECE94157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4" r="37634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sz="3300"/>
              <a:t>What is a Digital Image?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A digital image is a picture stored in a computer as numbers.</a:t>
            </a:r>
          </a:p>
          <a:p>
            <a:endParaRPr/>
          </a:p>
          <a:p>
            <a:r>
              <a:t>It is made of small dots called pixels.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Pixel?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Pixel = smallest unit of an image.</a:t>
            </a:r>
          </a:p>
          <a:p>
            <a:endParaRPr dirty="0"/>
          </a:p>
          <a:p>
            <a:r>
              <a:rPr dirty="0"/>
              <a:t>Pixel value shows brightness:</a:t>
            </a:r>
          </a:p>
          <a:p>
            <a:r>
              <a:rPr dirty="0"/>
              <a:t>0 → Black</a:t>
            </a:r>
          </a:p>
          <a:p>
            <a:r>
              <a:rPr dirty="0"/>
              <a:t>255 → White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C43E5-CC58-ABDF-5BC4-A35C3AF7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259" y="1176311"/>
            <a:ext cx="3077004" cy="3267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57D5FB-BA99-1EC6-2E89-26D83AC05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74" y="4304049"/>
            <a:ext cx="3172268" cy="22672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Sampling?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Sampling means dividing an image into small dots called pixels.</a:t>
            </a:r>
          </a:p>
          <a:p>
            <a:endParaRPr/>
          </a:p>
          <a:p>
            <a:r>
              <a:t>It decides how many pixels an image 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Sampling is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Computers work only with discrete data.</a:t>
            </a:r>
          </a:p>
          <a:p>
            <a:r>
              <a:rPr dirty="0"/>
              <a:t>Sampling converts a continuous image into pixels.</a:t>
            </a:r>
          </a:p>
          <a:p>
            <a:r>
              <a:rPr dirty="0"/>
              <a:t>This makes storage and processing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sampling:</a:t>
            </a:r>
          </a:p>
          <a:p>
            <a:r>
              <a:t>Fewer pixels → Blurry image</a:t>
            </a:r>
          </a:p>
          <a:p>
            <a:endParaRPr/>
          </a:p>
          <a:p>
            <a:r>
              <a:t>High sampling:</a:t>
            </a:r>
          </a:p>
          <a:p>
            <a:r>
              <a:t>More pixels → Clear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Quantization?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Quantization means assigning a number to each pixel.</a:t>
            </a:r>
          </a:p>
          <a:p>
            <a:endParaRPr/>
          </a:p>
          <a:p>
            <a:r>
              <a:t>It decides the brightness levels of pixels.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Quantization is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Infinite brightness values cannot be stored.</a:t>
            </a:r>
          </a:p>
          <a:p>
            <a:r>
              <a:t>Quantization limits brightness to fixed levels.</a:t>
            </a:r>
          </a:p>
          <a:p>
            <a:r>
              <a:t>This saves memory and processing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quantization:</a:t>
            </a:r>
          </a:p>
          <a:p>
            <a:r>
              <a:t>Few brightness levels → Rough image</a:t>
            </a:r>
          </a:p>
          <a:p>
            <a:endParaRPr/>
          </a:p>
          <a:p>
            <a:r>
              <a:t>High quantization:</a:t>
            </a:r>
          </a:p>
          <a:p>
            <a:r>
              <a:t>Many brightness levels → Smooth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vs 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Sampling:</a:t>
            </a:r>
          </a:p>
          <a:p>
            <a:pPr marL="0" indent="0">
              <a:buNone/>
            </a:pPr>
            <a:r>
              <a:rPr dirty="0"/>
              <a:t>• Number of pixels</a:t>
            </a:r>
          </a:p>
          <a:p>
            <a:pPr marL="0" indent="0">
              <a:buNone/>
            </a:pPr>
            <a:r>
              <a:rPr dirty="0"/>
              <a:t>• Affects clarity</a:t>
            </a:r>
          </a:p>
          <a:p>
            <a:endParaRPr dirty="0"/>
          </a:p>
          <a:p>
            <a:r>
              <a:rPr dirty="0"/>
              <a:t>Quantization:</a:t>
            </a:r>
          </a:p>
          <a:p>
            <a:pPr marL="0" indent="0">
              <a:buNone/>
            </a:pPr>
            <a:r>
              <a:rPr dirty="0"/>
              <a:t>• Pixel values</a:t>
            </a:r>
          </a:p>
          <a:p>
            <a:pPr marL="0" indent="0">
              <a:buNone/>
            </a:pPr>
            <a:r>
              <a:rPr dirty="0"/>
              <a:t>• Affects smoothness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Robotics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 camera captures an image.</a:t>
            </a:r>
          </a:p>
          <a:p>
            <a:r>
              <a:rPr dirty="0"/>
              <a:t>Sampling decides resolution.</a:t>
            </a:r>
          </a:p>
          <a:p>
            <a:r>
              <a:rPr dirty="0"/>
              <a:t>Quantization decides brightness quality.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Sampling and quantization convert real-world images into digital images for computer vision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Digital Image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Digital image formation is the process of converting a real-world scene into a digital image.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Object → Light → Camera → Sensor → Numbers → Digital Image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2D48B-A7B0-5B27-B508-F136D054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7" y="3642611"/>
            <a:ext cx="5838047" cy="2827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Digital Image is 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Light falls on object</a:t>
            </a:r>
          </a:p>
          <a:p>
            <a:r>
              <a:t>2. Light enters camera</a:t>
            </a:r>
          </a:p>
          <a:p>
            <a:r>
              <a:t>3. Sensor converts light to signals</a:t>
            </a:r>
          </a:p>
          <a:p>
            <a:r>
              <a:t>4. Signals become numbers</a:t>
            </a:r>
          </a:p>
          <a:p>
            <a:r>
              <a:t>5. Digital image is created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Low-Level Image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Low-level processing works directly on pixels.</a:t>
            </a:r>
          </a:p>
          <a:p>
            <a:endParaRPr/>
          </a:p>
          <a:p>
            <a:r>
              <a:t>Input: Image</a:t>
            </a:r>
          </a:p>
          <a:p>
            <a:r>
              <a:t>Output: Improved image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Low-Level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Brightness adjustment</a:t>
            </a:r>
          </a:p>
          <a:p>
            <a:r>
              <a:t>Noise removal</a:t>
            </a:r>
          </a:p>
          <a:p>
            <a:r>
              <a:t>Blurring</a:t>
            </a:r>
          </a:p>
          <a:p>
            <a:r>
              <a:t>Sharpening</a:t>
            </a:r>
          </a:p>
          <a:p>
            <a:r>
              <a:t>Contrast enhancement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Robotics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 camera captures a dark image.</a:t>
            </a:r>
          </a:p>
          <a:p>
            <a:r>
              <a:t>Brightness is increased.</a:t>
            </a:r>
          </a:p>
          <a:p>
            <a:r>
              <a:t>Noise is removed.</a:t>
            </a:r>
          </a:p>
          <a:p>
            <a:r>
              <a:t>Image becomes clear.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Low-Level Processing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image quality</a:t>
            </a:r>
          </a:p>
          <a:p>
            <a:r>
              <a:t>Removes noise</a:t>
            </a:r>
          </a:p>
          <a:p>
            <a:r>
              <a:t>Helps robots see clearly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Brightness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Pixel values are increased or decreased.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100 → 150 (brighter)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Used for dark images.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Unwanted dots (noise) are removed.</a:t>
            </a:r>
          </a:p>
          <a:p>
            <a:endParaRPr dirty="0"/>
          </a:p>
          <a:p>
            <a:r>
              <a:rPr dirty="0"/>
              <a:t>Method:</a:t>
            </a:r>
          </a:p>
          <a:p>
            <a:r>
              <a:rPr dirty="0"/>
              <a:t>Average nearby pixels.</a:t>
            </a:r>
          </a:p>
          <a:p>
            <a:endParaRPr dirty="0"/>
          </a:p>
          <a:p>
            <a:r>
              <a:rPr dirty="0"/>
              <a:t>Result: Clean image.</a:t>
            </a:r>
            <a:endParaRPr lang="en-IN" dirty="0"/>
          </a:p>
          <a:p>
            <a:r>
              <a:rPr lang="en-IN" dirty="0"/>
              <a:t>120  200  130</a:t>
            </a:r>
          </a:p>
          <a:p>
            <a:r>
              <a:rPr lang="en-IN" dirty="0"/>
              <a:t>120  130  130(After noise removal)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Blurring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Pixels are averaged to smooth the image.</a:t>
            </a:r>
          </a:p>
          <a:p>
            <a:endParaRPr dirty="0"/>
          </a:p>
          <a:p>
            <a:r>
              <a:rPr dirty="0"/>
              <a:t>Used to:</a:t>
            </a:r>
          </a:p>
          <a:p>
            <a:pPr marL="0" indent="0">
              <a:buNone/>
            </a:pPr>
            <a:r>
              <a:rPr dirty="0"/>
              <a:t>• Reduce noise</a:t>
            </a:r>
          </a:p>
          <a:p>
            <a:pPr marL="0" indent="0">
              <a:buNone/>
            </a:pPr>
            <a:r>
              <a:rPr dirty="0"/>
              <a:t>• Remove small details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Sharp edges -&gt; Smooth edges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Edges are enhanced.</a:t>
            </a:r>
          </a:p>
          <a:p>
            <a:endParaRPr dirty="0"/>
          </a:p>
          <a:p>
            <a:r>
              <a:rPr dirty="0"/>
              <a:t>Result:</a:t>
            </a:r>
          </a:p>
          <a:p>
            <a:r>
              <a:rPr dirty="0"/>
              <a:t>Clear object boundaries.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Edges look soft-&gt;</a:t>
            </a:r>
            <a:r>
              <a:rPr lang="en-US" dirty="0"/>
              <a:t> Edges look clear and bold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Contrast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400"/>
            <a:ext cx="6347714" cy="3880773"/>
          </a:xfrm>
        </p:spPr>
        <p:txBody>
          <a:bodyPr/>
          <a:lstStyle/>
          <a:p>
            <a:r>
              <a:rPr dirty="0"/>
              <a:t>Difference between dark and bright regions is increased.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Result:</a:t>
            </a:r>
          </a:p>
          <a:p>
            <a:pPr marL="0" indent="0">
              <a:buNone/>
            </a:pPr>
            <a:r>
              <a:rPr dirty="0"/>
              <a:t>Better visibility.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All pixels between 100–140 -&gt; Spread to 0–255</a:t>
            </a:r>
          </a:p>
          <a:p>
            <a:pPr marL="0" indent="0">
              <a:buNone/>
            </a:pPr>
            <a:endParaRPr lang="en-IN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Foggy image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After contrast enhancement → details visible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Robotics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 camera image is dark and noisy.</a:t>
            </a:r>
          </a:p>
          <a:p>
            <a:r>
              <a:t>Brightness is increased.</a:t>
            </a:r>
          </a:p>
          <a:p>
            <a:r>
              <a:t>Noise is removed.</a:t>
            </a:r>
          </a:p>
          <a:p>
            <a:r>
              <a:t>Robot sees clearly.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Brightness → Light/Dark control</a:t>
            </a:r>
          </a:p>
          <a:p>
            <a:r>
              <a:t>Noise removal → Clean image</a:t>
            </a:r>
          </a:p>
          <a:p>
            <a:r>
              <a:t>Blurring → Smooth image</a:t>
            </a:r>
          </a:p>
          <a:p>
            <a:r>
              <a:t>Sharpening → Clear edges</a:t>
            </a:r>
          </a:p>
          <a:p>
            <a:r>
              <a:t>Contrast → Better visibility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images are numbers.</a:t>
            </a:r>
          </a:p>
          <a:p>
            <a:r>
              <a:t>Low-level processing improves images.</a:t>
            </a:r>
          </a:p>
          <a:p>
            <a:r>
              <a:t>First step in Computer Vision.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295</TotalTime>
  <Words>570</Words>
  <Application>Microsoft Office PowerPoint</Application>
  <PresentationFormat>On-screen Show (4:3)</PresentationFormat>
  <Paragraphs>139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Trebuchet MS</vt:lpstr>
      <vt:lpstr>Wingdings 3</vt:lpstr>
      <vt:lpstr>Facet</vt:lpstr>
      <vt:lpstr>Digital Image &amp; Low-Level Processing</vt:lpstr>
      <vt:lpstr>What is a Digital Image?</vt:lpstr>
      <vt:lpstr>What is a Pixel?</vt:lpstr>
      <vt:lpstr>What is Sampling?</vt:lpstr>
      <vt:lpstr>Why Sampling is Needed?</vt:lpstr>
      <vt:lpstr>Sampling Example</vt:lpstr>
      <vt:lpstr>What is Quantization?</vt:lpstr>
      <vt:lpstr>Why Quantization is Needed?</vt:lpstr>
      <vt:lpstr>Quantization Example</vt:lpstr>
      <vt:lpstr>Sampling vs Quantization</vt:lpstr>
      <vt:lpstr>Simple Robotics Example</vt:lpstr>
      <vt:lpstr>Digital Image Formation</vt:lpstr>
      <vt:lpstr>How Digital Image is Formed</vt:lpstr>
      <vt:lpstr>What is Low-Level Image Processing?</vt:lpstr>
      <vt:lpstr>Examples of Low-Level Processing</vt:lpstr>
      <vt:lpstr>Simple Robotics Example</vt:lpstr>
      <vt:lpstr>Why Low-Level Processing is Important</vt:lpstr>
      <vt:lpstr>Brightness Adjustment</vt:lpstr>
      <vt:lpstr>Noise Removal</vt:lpstr>
      <vt:lpstr>Blurring</vt:lpstr>
      <vt:lpstr>Sharpening</vt:lpstr>
      <vt:lpstr>Contrast Enhancement</vt:lpstr>
      <vt:lpstr>Simple Robotics Example</vt:lpstr>
      <vt:lpstr>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Anjali T</cp:lastModifiedBy>
  <cp:revision>17</cp:revision>
  <dcterms:created xsi:type="dcterms:W3CDTF">2013-01-27T09:14:16Z</dcterms:created>
  <dcterms:modified xsi:type="dcterms:W3CDTF">2025-12-17T11:05:44Z</dcterms:modified>
  <cp:category/>
</cp:coreProperties>
</file>