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45525" autoAdjust="0"/>
  </p:normalViewPr>
  <p:slideViewPr>
    <p:cSldViewPr snapToGrid="0" snapToObjects="1">
      <p:cViewPr varScale="1">
        <p:scale>
          <a:sx n="31" d="100"/>
          <a:sy n="31" d="100"/>
        </p:scale>
        <p:origin x="252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DF1696-1C27-44E1-8144-ADECDD098FA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C418B6-21E3-4B73-B50C-24A662CCBD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141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“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418B6-21E3-4B73-B50C-24A662CCBDB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320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418B6-21E3-4B73-B50C-24A662CCBDB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627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418B6-21E3-4B73-B50C-24A662CCBDB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115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418B6-21E3-4B73-B50C-24A662CCBDB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159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0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4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12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0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83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2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0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1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56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54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0965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41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518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32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03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2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11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obot operating a machine">
            <a:extLst>
              <a:ext uri="{FF2B5EF4-FFF2-40B4-BE49-F238E27FC236}">
                <a16:creationId xmlns:a16="http://schemas.microsoft.com/office/drawing/2014/main" id="{EA8BE084-A2AA-3C6D-0490-048E5503A5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20" r="25099" b="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2669" y="1678665"/>
            <a:ext cx="4152275" cy="2372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800" dirty="0"/>
              <a:t>Computer Vision for Robotics 25RA611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4EEF54-561B-497F-DC15-DB21718F99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955" r="17247" b="1"/>
          <a:stretch>
            <a:fillRect/>
          </a:stretch>
        </p:blipFill>
        <p:spPr>
          <a:xfrm>
            <a:off x="4077324" y="-1"/>
            <a:ext cx="5066675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337445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800" dirty="0"/>
              <a:t>What is Computer Vision?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3374452" cy="388077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Computer Vision enables machines and robots to see and understand images and videos.</a:t>
            </a:r>
          </a:p>
          <a:p>
            <a:r>
              <a:rPr dirty="0"/>
              <a:t>It converts pixels into meaningful information.</a:t>
            </a:r>
            <a:endParaRPr lang="en-IN" dirty="0"/>
          </a:p>
          <a:p>
            <a:r>
              <a:rPr lang="en-US" dirty="0"/>
              <a:t>As humans, we can correctly segment the object from its background.</a:t>
            </a:r>
          </a:p>
          <a:p>
            <a:r>
              <a:rPr lang="en-US" dirty="0"/>
              <a:t>Computer vision is a field of artificial intelligence (AI) that allows computers to see and understand the visual world.</a:t>
            </a:r>
            <a:endParaRPr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Vision vs Robot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Human:</a:t>
            </a:r>
          </a:p>
          <a:p>
            <a:pPr marL="0" indent="0">
              <a:buNone/>
            </a:pPr>
            <a:r>
              <a:rPr dirty="0"/>
              <a:t>• Eyes capture images</a:t>
            </a:r>
          </a:p>
          <a:p>
            <a:pPr marL="0" indent="0">
              <a:buNone/>
            </a:pPr>
            <a:r>
              <a:rPr dirty="0"/>
              <a:t>• Brain understands</a:t>
            </a:r>
          </a:p>
          <a:p>
            <a:endParaRPr dirty="0"/>
          </a:p>
          <a:p>
            <a:r>
              <a:rPr dirty="0"/>
              <a:t>Robot:</a:t>
            </a:r>
          </a:p>
          <a:p>
            <a:pPr marL="0" indent="0">
              <a:buNone/>
            </a:pPr>
            <a:r>
              <a:rPr dirty="0"/>
              <a:t>• Camera captures images</a:t>
            </a:r>
          </a:p>
          <a:p>
            <a:pPr marL="0" indent="0">
              <a:buNone/>
            </a:pPr>
            <a:r>
              <a:rPr dirty="0"/>
              <a:t>• Computer Vision algorithms understand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Computer Vision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Robots work in real-world environments</a:t>
            </a:r>
          </a:p>
          <a:p>
            <a:r>
              <a:rPr dirty="0"/>
              <a:t>Environment is dynamic and unpredictable</a:t>
            </a:r>
          </a:p>
          <a:p>
            <a:r>
              <a:rPr dirty="0"/>
              <a:t> Vision helps robots adapt and make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Computer Vision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Image capture (camera)</a:t>
            </a:r>
          </a:p>
          <a:p>
            <a:r>
              <a:rPr dirty="0"/>
              <a:t> Image processing</a:t>
            </a:r>
          </a:p>
          <a:p>
            <a:r>
              <a:rPr dirty="0"/>
              <a:t>Feature extraction</a:t>
            </a:r>
          </a:p>
          <a:p>
            <a:r>
              <a:rPr dirty="0"/>
              <a:t>Decision making</a:t>
            </a:r>
          </a:p>
          <a:p>
            <a:r>
              <a:rPr dirty="0"/>
              <a:t>Robot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Applications of 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Face recognition</a:t>
            </a:r>
          </a:p>
          <a:p>
            <a:r>
              <a:rPr dirty="0"/>
              <a:t> Autonomous vehicles</a:t>
            </a:r>
          </a:p>
          <a:p>
            <a:r>
              <a:rPr dirty="0"/>
              <a:t> Medical imaging</a:t>
            </a:r>
          </a:p>
          <a:p>
            <a:r>
              <a:rPr dirty="0"/>
              <a:t>Industrial automation</a:t>
            </a:r>
          </a:p>
          <a:p>
            <a:r>
              <a:rPr dirty="0"/>
              <a:t>Surveillance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Computer Vision in Robotics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Computer Vision acts as the eyes of the robot.</a:t>
            </a:r>
          </a:p>
          <a:p>
            <a:endParaRPr dirty="0"/>
          </a:p>
          <a:p>
            <a:r>
              <a:rPr dirty="0"/>
              <a:t>It helps in:</a:t>
            </a:r>
          </a:p>
          <a:p>
            <a:pPr marL="0" indent="0">
              <a:buNone/>
            </a:pPr>
            <a:r>
              <a:rPr dirty="0"/>
              <a:t>• Object detection</a:t>
            </a:r>
          </a:p>
          <a:p>
            <a:pPr marL="0" indent="0">
              <a:buNone/>
            </a:pPr>
            <a:r>
              <a:rPr dirty="0"/>
              <a:t>• Navigation</a:t>
            </a:r>
          </a:p>
          <a:p>
            <a:pPr marL="0" indent="0">
              <a:buNone/>
            </a:pPr>
            <a:r>
              <a:rPr dirty="0"/>
              <a:t>• Obstacle avoidance</a:t>
            </a:r>
          </a:p>
          <a:p>
            <a:pPr marL="0" indent="0">
              <a:buNone/>
            </a:pPr>
            <a:r>
              <a:rPr dirty="0"/>
              <a:t>•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Robotics Case Study 1: Line Following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Camera detects black line on white surface.</a:t>
            </a:r>
          </a:p>
          <a:p>
            <a:r>
              <a:t>Image processing extracts line.</a:t>
            </a:r>
          </a:p>
          <a:p>
            <a:r>
              <a:t>Robot follows the path automatically.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Robotics Case Study 2: Obstacle Avoidance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Robot camera detects obstacles.</a:t>
            </a:r>
          </a:p>
          <a:p>
            <a:r>
              <a:rPr dirty="0"/>
              <a:t>Distance and shape are estimated.</a:t>
            </a:r>
          </a:p>
          <a:p>
            <a:r>
              <a:rPr dirty="0"/>
              <a:t>Robot changes path to avoid collision.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Robotics Case Study 3: Pick and Place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Camera detects object position.</a:t>
            </a:r>
          </a:p>
          <a:p>
            <a:r>
              <a:t>Computer Vision estimates coordinates.</a:t>
            </a:r>
          </a:p>
          <a:p>
            <a:r>
              <a:t>Robot arm picks and places accurately.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Robotics Case Study 4: Autonomous Vehicle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Lane detection</a:t>
            </a:r>
          </a:p>
          <a:p>
            <a:r>
              <a:t>Traffic sign recognition</a:t>
            </a:r>
          </a:p>
          <a:p>
            <a:r>
              <a:t>Pedestrian detection</a:t>
            </a:r>
          </a:p>
          <a:p>
            <a:r>
              <a:t>Real-time decision making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M.Tech Robotics Students Study CV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Core perception technology</a:t>
            </a:r>
          </a:p>
          <a:p>
            <a:r>
              <a:rPr dirty="0"/>
              <a:t> Essential for autonomous robots</a:t>
            </a:r>
          </a:p>
          <a:p>
            <a:r>
              <a:rPr dirty="0"/>
              <a:t> Strong industry demand</a:t>
            </a:r>
          </a:p>
          <a:p>
            <a:r>
              <a:rPr dirty="0"/>
              <a:t> Foundation for AI and 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Vision gives robots the ability to see and understand the world.</a:t>
            </a:r>
          </a:p>
          <a:p>
            <a:endParaRPr/>
          </a:p>
          <a:p>
            <a:r>
              <a:t>It is a key technology in modern robotics.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331</Words>
  <Application>Microsoft Office PowerPoint</Application>
  <PresentationFormat>On-screen Show (4:3)</PresentationFormat>
  <Paragraphs>69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Trebuchet MS</vt:lpstr>
      <vt:lpstr>Wingdings 3</vt:lpstr>
      <vt:lpstr>Facet</vt:lpstr>
      <vt:lpstr>Computer Vision for Robotics 25RA611</vt:lpstr>
      <vt:lpstr>What is Computer Vision?</vt:lpstr>
      <vt:lpstr>Human Vision vs Robot Vision</vt:lpstr>
      <vt:lpstr>Why Computer Vision is Important</vt:lpstr>
      <vt:lpstr>Basic Computer Vision Pipeline</vt:lpstr>
      <vt:lpstr>Major Applications of Computer Vision</vt:lpstr>
      <vt:lpstr>Role of Computer Vision in Robotics</vt:lpstr>
      <vt:lpstr>Robotics Case Study 1: Line Following Robot</vt:lpstr>
      <vt:lpstr>Robotics Case Study 2: Obstacle Avoidance</vt:lpstr>
      <vt:lpstr>Robotics Case Study 3: Pick and Place Robot</vt:lpstr>
      <vt:lpstr>Robotics Case Study 4: Autonomous Vehicle</vt:lpstr>
      <vt:lpstr>Why M.Tech Robotics Students Study CV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Anjali</dc:creator>
  <cp:keywords/>
  <dc:description>generated using python-pptx</dc:description>
  <cp:lastModifiedBy>Anjali T</cp:lastModifiedBy>
  <cp:revision>23</cp:revision>
  <dcterms:created xsi:type="dcterms:W3CDTF">2013-01-27T09:14:16Z</dcterms:created>
  <dcterms:modified xsi:type="dcterms:W3CDTF">2026-01-22T04:28:07Z</dcterms:modified>
  <cp:category/>
</cp:coreProperties>
</file>